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validation study, not a tool demo. The headline is the margin over a strong baseline, measured on 32 contrasts from 9 published meta-analyses.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Figure 1 is the schematic (pipeline stages, and the paper-vs-analysis distinction). Drop it in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unit of evaluation is a contrast (a benchmark column), not a paper and not a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exceptions worth naming: executive function (74-&gt;39%) and problem solving (88-&gt;58%) lose most of their gold at retrieval and full-text screening, not at the abstract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29% of the precision achievable at full-text screening is a corpus difference rather than a screening failure. Don't quote 0.35 as the pipeline's ceiling.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Parsing is close to solved; annotation is the harder and more interesting half, and it is what the next slides isolate.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is deliberately strong: it retrieves a median 37% of the experts' own studies, so it is not a straw 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decrease contrast is deliberately excluded: its expert map correlates r = 0.972 with reappraisal's, because the benchmark's Decrease file holds the reappraisal union. Showing both would present one expert map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dice, among columns whose maps are not empty at threshold, none actually lose - the weakest are ties. The five r2 losses are in Figure 4b.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replaces an earlier comparison against all-analyses, which confounded choosing analyses with using fewer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 to say out loud: R2 rewards sharing the expert map's sparse non-negative form. Ranked (top-k dice) NeuroVLM leads NeuroQuery only 1.2x rather than 3.2x, and both still trail the search baseline. Not like-for-like either -- these answer a much cheaper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leakage objection into a finding about the danger of LLM screening: mis-specification is roughly seven times the size of the tuning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experiments/e2e_retest/. Only the full-text screening rate is a clean per-stage measurement; parsing and annotation ran on already-drifted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estimate missed because full texts in these projects are far longer than the corpus median it extrapolated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item is the gate. The rest are finishable.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forward-looking case: it is the gate for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0020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an LLM pipeline reproduce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published meta-analysis?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6576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autonima — validation against 9 published neuroimaging meta-analyses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160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benchmark contrasts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de la Vega  ·  9 September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01200" y="173736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0" y="2057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+0.099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2697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ΔR² over the best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search-only baseline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(28 of 32 contrasts)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unit lives below the paper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meta-analysis pools contrasts, not papers. One paper contributes several — often only one of which is relevant.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at the paper level is therefore not enough: you must also choose among the analyses inside each paper.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selection step is what no existing automated tool performs, and what this pipeline is built to test.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field measures it, because the reference results are locked in PDFs.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6177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claim the whole evaluation is organised around.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63640" y="1645920"/>
            <a:ext cx="5358384" cy="3840480"/>
          </a:xfrm>
          <a:prstGeom prst="roundRect">
            <a:avLst>
              <a:gd name="adj" fmla="val 1429"/>
            </a:avLst>
          </a:prstGeom>
          <a:solidFill>
            <a:srgbClr val="F7FAFC"/>
          </a:solidFill>
          <a:ln w="22225">
            <a:solidFill>
              <a:srgbClr val="1C7293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263640" y="3017520"/>
            <a:ext cx="5358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3474720"/>
            <a:ext cx="5358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+ analysis-unit schematic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 be added —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and the benchmark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LLM stages end to end, scored against the published result of each meta-analysis.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556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391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query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737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5196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65192" y="17556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screen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965192" y="20391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LLM, criteria from the paper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36992" y="1737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36992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650224" y="17556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650224" y="20391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via pubget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9260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29443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2278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tables → analyses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51960" y="29260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5196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965192" y="29443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965192" y="32278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analyses to contrasts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36992" y="29260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3699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650224" y="29443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650224" y="32278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MKDA → brain map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315968"/>
            <a:ext cx="2572436" cy="1143000"/>
          </a:xfrm>
          <a:prstGeom prst="roundRect">
            <a:avLst>
              <a:gd name="adj" fmla="val 64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6656" y="4407408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" y="4864608"/>
            <a:ext cx="23529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meta-analyses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95396" y="4315968"/>
            <a:ext cx="2572436" cy="1143000"/>
          </a:xfrm>
          <a:prstGeom prst="roundRect">
            <a:avLst>
              <a:gd name="adj" fmla="val 64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05124" y="4407408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3505124" y="4864608"/>
            <a:ext cx="23529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contrasts scored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3864" y="4315968"/>
            <a:ext cx="2572436" cy="1143000"/>
          </a:xfrm>
          <a:prstGeom prst="roundRect">
            <a:avLst>
              <a:gd name="adj" fmla="val 64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33592" y="4407408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6333592" y="4864608"/>
            <a:ext cx="23529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per contrast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(pipeline / search baseline / expert)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052331" y="4315968"/>
            <a:ext cx="2572436" cy="1143000"/>
          </a:xfrm>
          <a:prstGeom prst="roundRect">
            <a:avLst>
              <a:gd name="adj" fmla="val 64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62059" y="4407408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MKDA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9162059" y="4864608"/>
            <a:ext cx="23529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estimator throughout,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comparability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contrast is scored as a brain-map similarity against the published meta-analytic map for that contrast.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raises precision at little cost to recall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of gold-standard studies survive to the end of the funnel; abstract screening costs a median 1.4 points of them. Mean precision rises 0.10 → 0.32.</a:t>
            </a:r>
            <a:endParaRPr lang="en-US" sz="1500" dirty="0"/>
          </a:p>
        </p:txBody>
      </p:sp>
      <p:pic>
        <p:nvPicPr>
          <p:cNvPr id="4" name="Image 0" descr="/home/zorro/repos/autonima-results/reports/deck_figures/figure2_gold_retention_and_pr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825" y="1627632"/>
            <a:ext cx="9866045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search-driven pool; dotted = fixed pool; black = mean across projects. Retrieval is shown as its own stage — losing a full text is a supply problem, not a judgement.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Much of the 'low' precision is a pool mismatch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PubMed query returns a different corpus than the published review's, so studies that could never have been included count as false positives.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+0.142 precision</a:t>
            </a:r>
            <a:pPr indent="0" marL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attributable to the pool alone at full-text screening (0.349 → 0.491), and it costs </a:t>
            </a:r>
            <a:pPr indent="0" marL="0">
              <a:buNone/>
            </a:pPr>
            <a:r>
              <a:rPr lang="en-US" sz="1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recall</a:t>
            </a:r>
            <a:pPr indent="0" marL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(+0.007).</a:t>
            </a:r>
            <a:endParaRPr lang="en-US" sz="1400" dirty="0"/>
          </a:p>
        </p:txBody>
      </p:sp>
      <p:pic>
        <p:nvPicPr>
          <p:cNvPr id="5" name="Image 0" descr="/home/zorro/repos/autonima-results/reports/deck_figures/figureS3_pool_mis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297" y="1993392"/>
            <a:ext cx="6769102" cy="3794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projects have a fixed-pool arm. Panel b is the control: a precision gain bought by discarding borderline true positives would show up as a recall loss, and does not.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Recovering the analyses, then selecting among them</a:t>
            </a:r>
            <a:endParaRPr lang="en-US" sz="3100" dirty="0"/>
          </a:p>
        </p:txBody>
      </p:sp>
      <p:pic>
        <p:nvPicPr>
          <p:cNvPr id="3" name="Image 0" descr="/home/zorro/repos/autonima-results/reports/deck_figures/figure3_recover_and_select_analy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868712"/>
            <a:ext cx="7452360" cy="35320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16276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130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experts' analyses recovered by parsing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4963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63–100% across projects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C72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by a table-only baseline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8862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tables taken as parsed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4074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0.668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9103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annotation F1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52760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assigning analyses to the right contrast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operations that both live below the paper: reconstruct the analyses at all, then decide which belong to the contrast.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beats the strongest available baseline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3063240" cy="2286000"/>
          </a:xfrm>
          <a:prstGeom prst="roundRect">
            <a:avLst>
              <a:gd name="adj" fmla="val 4800"/>
            </a:avLst>
          </a:prstGeom>
          <a:solidFill>
            <a:srgbClr val="0A3D5C"/>
          </a:solidFill>
          <a:ln w="12700">
            <a:solidFill>
              <a:srgbClr val="0A3D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874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+0.099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ΔR² vs the best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baseline per contrast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in 28 of 32 contrasts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[+0.038, +0.181], bootstrapped over projects — not contrasts, which share a corpus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test P = 1.9 × 10⁻⁵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while pooling fewer analyses in 23 of 30 — circle area is analyses pooled</a:t>
            </a:r>
            <a:endParaRPr lang="en-US" sz="1200" dirty="0"/>
          </a:p>
        </p:txBody>
      </p:sp>
      <p:pic>
        <p:nvPicPr>
          <p:cNvPr id="7" name="Image 0" descr="/home/zorro/repos/autonima-results/reports/deck_figures/figure4_pipeline_vs_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887323"/>
            <a:ext cx="7635240" cy="35405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per contrast is the stronger of a targeted search and the project-wide pool, so the comparison is against the best a competent practitioner could assemble.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recovery of published meta-analytic maps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regulation: three contrasts, expert above and pipeline below, against the single search-only map that cannot distinguish them.</a:t>
            </a:r>
            <a:endParaRPr lang="en-US" sz="1500" dirty="0"/>
          </a:p>
        </p:txBody>
      </p:sp>
      <p:pic>
        <p:nvPicPr>
          <p:cNvPr id="4" name="Image 0" descr="/home/zorro/repos/autonima-results/reports/deck_figures/figure_er_surface_contra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62521"/>
            <a:ext cx="11057839" cy="38164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632704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separates the three contrasts; the search-only arm returns </a:t>
            </a:r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map for all three</a:t>
            </a:r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Dice roughly doubles to quadruples against it.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at the FDR q ≤ 0.05 boundary (z &gt; 1.96) — the same threshold the panels are rendered at, so the number describes the picture. Cortical surface, so subcortex is not shown.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Meta-analytic recovery across the benchmark range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arms, from the largest margin outside emotion regulation down to two near-ties.</a:t>
            </a:r>
            <a:endParaRPr lang="en-US" sz="1500" dirty="0"/>
          </a:p>
        </p:txBody>
      </p:sp>
      <p:pic>
        <p:nvPicPr>
          <p:cNvPr id="4" name="Image 0" descr="/home/zorro/repos/autonima-results/reports/deck_figures/figure_brain_maps_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279" y="1572768"/>
            <a:ext cx="9407137" cy="3703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376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problem solving</a:t>
            </a:r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strongest non-ER case: the baseline is diffuse and bilateral, the pipeline resolves the expert's focal clusters. </a:t>
            </a:r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decision making</a:t>
            </a:r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flexibility</a:t>
            </a:r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near-ties — the baseline already finds most of the pattern, so there is little left to add.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columns, not a ranking — chosen to span the range rather than to flatter it. Figures 4 and 5 carry the full distribution.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gain is analysis selection, not paper selection</a:t>
            </a:r>
            <a:endParaRPr lang="en-US" sz="3100" dirty="0"/>
          </a:p>
        </p:txBody>
      </p:sp>
      <p:pic>
        <p:nvPicPr>
          <p:cNvPr id="3" name="Image 0" descr="/home/zorro/repos/autonima-results/reports/deck_figures/figure5_gain_from_analysis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4757" y="1371600"/>
            <a:ext cx="6621589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1536192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studies fixed. Draw 500 random subsets the same size as the annotated one. Does annotation beat chance?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66928" y="26974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" y="2788920"/>
            <a:ext cx="3026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9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+0.211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76656" y="3246120"/>
            <a:ext cx="30266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ΔR² over a size-matched random selection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931920"/>
            <a:ext cx="3429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of 32 contrasts clear their own null at P &lt; 0.05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sit outside all 500 draws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that fail all select 31–77% of their pool — little left to select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bar = 5–95% of the null; dot = observed. Matching the subset size is what separates selecting well from merely selecting fewer.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Could you skip the studyset and just ask a model?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text→map models, same queries, same scoring: NeuroQuery and NeuroVLM.</a:t>
            </a:r>
            <a:endParaRPr lang="en-US" sz="1500" dirty="0"/>
          </a:p>
        </p:txBody>
      </p:sp>
      <p:pic>
        <p:nvPicPr>
          <p:cNvPr id="4" name="Image 0" descr="/home/zorro/repos/autonima-results/reports/deck_figures/figureS4_text_to_map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1258" y="1691640"/>
            <a:ext cx="6929179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29200"/>
            <a:ext cx="2572436" cy="868680"/>
          </a:xfrm>
          <a:prstGeom prst="roundRect">
            <a:avLst>
              <a:gd name="adj" fmla="val 842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" y="5120640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0.075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76656" y="5577840"/>
            <a:ext cx="23529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NeuroQuery, mean R²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95396" y="5029200"/>
            <a:ext cx="2572436" cy="868680"/>
          </a:xfrm>
          <a:prstGeom prst="roundRect">
            <a:avLst>
              <a:gd name="adj" fmla="val 842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05124" y="5120640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0.238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3505124" y="5577840"/>
            <a:ext cx="23529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NeuroVLM, mean R²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23864" y="5029200"/>
            <a:ext cx="2572436" cy="868680"/>
          </a:xfrm>
          <a:prstGeom prst="roundRect">
            <a:avLst>
              <a:gd name="adj" fmla="val 842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33592" y="5120640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0.476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333592" y="5577840"/>
            <a:ext cx="23529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search baseline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052331" y="5029200"/>
            <a:ext cx="2572436" cy="868680"/>
          </a:xfrm>
          <a:prstGeom prst="roundRect">
            <a:avLst>
              <a:gd name="adj" fmla="val 842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62059" y="5120640"/>
            <a:ext cx="23529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9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0.574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162059" y="5577840"/>
            <a:ext cx="23529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peak on canonical terms (executive function, working memory) and collapse on condition contrasts (all three emotion-regulation columns ≈ 0.002–0.08). A term is not an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risk is mis-prompting, not overfitting</a:t>
            </a:r>
            <a:endParaRPr lang="en-US" sz="3100" dirty="0"/>
          </a:p>
        </p:txBody>
      </p:sp>
      <p:pic>
        <p:nvPicPr>
          <p:cNvPr id="3" name="Image 0" descr="/home/zorro/repos/autonima-results/reports/deck_figures/figureS2_tier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68" y="1554480"/>
            <a:ext cx="409280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212080" y="16002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are registered by how much of the benchmark shaped their criteria.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212080" y="2148840"/>
            <a:ext cx="3076956" cy="1417320"/>
          </a:xfrm>
          <a:prstGeom prst="roundRect">
            <a:avLst>
              <a:gd name="adj" fmla="val 516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21808" y="2240280"/>
            <a:ext cx="28575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9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+0.221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321808" y="2697480"/>
            <a:ext cx="28575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→ manual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major oversights in mis-specified criteria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545068" y="2148840"/>
            <a:ext cx="3076956" cy="1417320"/>
          </a:xfrm>
          <a:prstGeom prst="roundRect">
            <a:avLst>
              <a:gd name="adj" fmla="val 516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54796" y="2240280"/>
            <a:ext cx="28575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+0.031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54796" y="2697480"/>
            <a:ext cx="28575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→ best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rewriting criteria against the error reports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3794760"/>
            <a:ext cx="6409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the whole rise is the cost of getting criteria wrong — not the benefit of having seen the answers.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happened to us: dementia's verbatim criteria scored 0.112 against 0.358 once fixed, and nothing in the output announced 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 = 2 — an indication, not an estimate.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the three projects with all three tiers: 0.378 → 0.525 → 0.530. Steep, then flat.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does a re-run move?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frozen and verified identical; every LLM stage recomputed. Three projects.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874520"/>
            <a:ext cx="329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9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±0.12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331720"/>
            <a:ext cx="329580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per-contrast reproducibility floor, dice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38218" y="1783080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946" y="1874520"/>
            <a:ext cx="329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±0.04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47946" y="2331720"/>
            <a:ext cx="329580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floor, dice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9509" y="1783080"/>
            <a:ext cx="351525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9237" y="1874520"/>
            <a:ext cx="32958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0.89–0.96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19237" y="2331720"/>
            <a:ext cx="329580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agreement between identical runs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15468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61104" y="31546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over baseline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95744" y="31546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drift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24544" y="31546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611880"/>
            <a:ext cx="110578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" y="361188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regulation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6118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+0.284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095744" y="36118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0.022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924544" y="36118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≫ drift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4069080"/>
            <a:ext cx="11057839" cy="457200"/>
          </a:xfrm>
          <a:prstGeom prst="rect">
            <a:avLst/>
          </a:prstGeom>
          <a:solidFill>
            <a:srgbClr val="EEF3F7"/>
          </a:solidFill>
          <a:ln w="12700">
            <a:solidFill>
              <a:srgbClr val="E1E9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944" y="406908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261104" y="40690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+0.115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095744" y="40690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0.035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924544" y="40690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≫ drift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526280"/>
            <a:ext cx="110578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" y="452628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45262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+0.058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095744" y="45262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0.042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924544" y="452628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≈ drift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528523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32 reported margins sit inside the noise band on a single run — decision making (+0.001), dementia (+0.005) and executive function (+0.031). That has to be said in the paper.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is stable across re-runs while dice is not — one re-run pushed a whole map below threshold. Three independent lines of evidence now favour r² as the primary metric.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is not the obstacle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from per-stage token accounting, not estimated.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</a:t>
            </a:r>
            <a:pPr indent="0" marL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three full projects end to end;  </a:t>
            </a:r>
            <a:pPr indent="0" marL="0">
              <a:buNone/>
            </a:pPr>
            <a:r>
              <a:rPr lang="en-US" sz="1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$0.0023</a:t>
            </a:r>
            <a:pPr indent="0" marL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abstract screened, 88% of it output tokens.  The pre-hoc estimate was </a:t>
            </a:r>
            <a:pPr indent="0" marL="0">
              <a:buNone/>
            </a:pPr>
            <a:r>
              <a:rPr lang="en-US" sz="1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1.8× under</a:t>
            </a:r>
            <a:pPr indent="0" marL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why the accounting exists.</a:t>
            </a:r>
            <a:endParaRPr lang="en-US" sz="1400" dirty="0"/>
          </a:p>
        </p:txBody>
      </p:sp>
      <p:pic>
        <p:nvPicPr>
          <p:cNvPr id="5" name="Image 0" descr="/home/zorro/repos/autonima-results/reports/deck_figures/figureS1_measured_c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877" y="2011680"/>
            <a:ext cx="9219940" cy="3749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dollars and hours against months of person time — which for a methods audience is the point, not an aside.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open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1664208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66420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submission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609344"/>
            <a:ext cx="8485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forward-looking case where the answer is not already published — the difference between demonstrating reproduction and demonstrating discovery.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578608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computing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523744"/>
            <a:ext cx="8485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over baseline by tier, not just absolute R². The baselines don't move with tier so it should track, but that is load-bearing enough to measure.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493008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49300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DOI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438144"/>
            <a:ext cx="8485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neurometabench must be citable before submission. "In a paper we haven't submitted" is not an answer to "where is this benchmark".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407408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40740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doing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352544"/>
            <a:ext cx="8485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Failure-mode taxonomy in the main text — separating supply failures from judgement failures. A methods audience adopts on the basis of how a tool fails.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5321808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5321808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quality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5266944"/>
            <a:ext cx="8485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substance-use contrasts disagree with the source paper's own foci counts (153 vs 37, 109 vs 236). That is an extraction audit for the data paper.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2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tracked in NATURE_METHODS_SKELETON.md and PAPER_OUTLINE.md, with the reasoning attached.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leaves us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71907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33856" y="1645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below the paper is measurable, and it matters.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99339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+0.211 median R² over a size-matched random draw of the same analyses; 29 of 32 contrasts beat their own null.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272491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beats the strongest baseline we could build.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072384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+0.099 mean ΔR², ahead in 28 of 32, and usually while pooling fewer analyses.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87705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3803904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a model for the map is not a substitute.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4151376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text→map models collapse on condition contrasts. A term is not an analysis.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95604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" y="4882896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dangerous failure is mis-specified criteria.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5230368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roughly seven times the tuning effect — and nothing in the output announces it.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Nature Methods, with neurometabench as a companion data paper.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autonima validation results</dc:title>
  <dc:subject>PptxGenJS Presentation</dc:subject>
  <dc:creator>Alejandro de la Vega</dc:creator>
  <cp:lastModifiedBy>Alejandro de la Vega</cp:lastModifiedBy>
  <cp:revision>1</cp:revision>
  <dcterms:created xsi:type="dcterms:W3CDTF">2026-09-10T00:01:01Z</dcterms:created>
  <dcterms:modified xsi:type="dcterms:W3CDTF">2026-09-10T00:01:01Z</dcterms:modified>
</cp:coreProperties>
</file>